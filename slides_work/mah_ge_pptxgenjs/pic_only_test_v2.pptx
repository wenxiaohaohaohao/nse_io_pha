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pic>
        <p:nvPicPr>
          <p:cNvPr id="27" name="Image 1" descr="imag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