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1828800" cy="9144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457200"/>
            <a:ext cx="914400" cy="914400"/>
          </a:xfrm>
          <a:prstGeom prst="ellipse">
            <a:avLst/>
          </a:prstGeom>
          <a:solidFill>
            <a:srgbClr val="EEFFEE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 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2026-03-21T05:27:16Z</dcterms:created>
  <dcterms:modified xsi:type="dcterms:W3CDTF">2026-03-21T05:27:16Z</dcterms:modified>
</cp:coreProperties>
</file>