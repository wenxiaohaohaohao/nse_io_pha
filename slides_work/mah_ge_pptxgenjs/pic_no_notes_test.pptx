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1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  <p:pic>
        <p:nvPicPr>
          <p:cNvPr id="27" name="Image 1" descr="image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69881"/>
            <a:ext cx="3931920" cy="28622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