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smoke</a:t>
            </a:r>
            <a:endParaRPr lang="en-US" sz="2400" dirty="0"/>
          </a:p>
        </p:txBody>
      </p:sp>
      <p:pic>
        <p:nvPicPr>
          <p:cNvPr id="4" name="Image 0" descr="./extracted_media_white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45" y="1371600"/>
            <a:ext cx="4396509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2026-03-21T05:33:31Z</dcterms:created>
  <dcterms:modified xsi:type="dcterms:W3CDTF">2026-03-21T05:33:31Z</dcterms:modified>
</cp:coreProperties>
</file>